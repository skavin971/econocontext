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4" r:id="rId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3"/>
    <p:restoredTop sz="94610"/>
  </p:normalViewPr>
  <p:slideViewPr>
    <p:cSldViewPr snapToGrid="0" snapToObjects="1">
      <p:cViewPr>
        <p:scale>
          <a:sx n="95" d="100"/>
          <a:sy n="95" d="100"/>
        </p:scale>
        <p:origin x="15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25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— details on how the agent database stores and shares observations, results, and execution relationships to be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600"/>
            <a:ext cx="1835658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504"/>
              </a:lnSpc>
              <a:buNone/>
            </a:pPr>
            <a:r>
              <a:rPr lang="en-US" sz="3900" kern="0" spc="-39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prototype architecture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933033" y="3619426"/>
            <a:ext cx="6631067" cy="284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523032-5934-6741-3F23-5634AF739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08" y="1295318"/>
            <a:ext cx="8343478" cy="8048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600"/>
            <a:ext cx="1835658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504"/>
              </a:lnSpc>
              <a:buNone/>
            </a:pPr>
            <a:r>
              <a:rPr lang="en-US" sz="3900" kern="0" spc="-39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and optimizer implementation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800100" y="1388715"/>
            <a:ext cx="157162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 uses structured runtime information to build candidates.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19200" y="1984028"/>
            <a:ext cx="8366270" cy="96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Identify the operation. </a:t>
            </a: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existing tool request, delegation request or configured processing task. Tool names, arguments, artifact IDs and source versions supply lookup keys.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19200" y="3059313"/>
            <a:ext cx="8366270" cy="96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Retrieve candidate metadata. </a:t>
            </a: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database for matching observations, published results and directly related evidence IDs, versions, sizes and applicability conditions first.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6523" y="6386806"/>
            <a:ext cx="8366270" cy="660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Pass candidates to the cost model. </a:t>
            </a: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 specifies its execution mode, assignment, evidence references, expected result and resource limits.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6523" y="7334325"/>
            <a:ext cx="8366270" cy="1277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Planner/optimizer selects one passes to assembler &amp; manager. </a:t>
            </a: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candidates that violate known requirements or exceed the estimated budget or latency limit; select the remaining candidate with the lowest estimated cost; return the selected plan to the manager.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83224" y="4601431"/>
            <a:ext cx="8541618" cy="336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492"/>
              </a:lnSpc>
              <a:buNone/>
            </a:pPr>
            <a:r>
              <a:rPr lang="en-US" sz="2100" b="1" kern="0" spc="-3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Construct the available plans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722793" y="2869406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22793" y="2454176"/>
            <a:ext cx="1551756" cy="3580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b="1" kern="0" spc="66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1388849" y="2869406"/>
            <a:ext cx="6099051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88849" y="2454176"/>
            <a:ext cx="609152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b="1" kern="0" spc="66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RULE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722793" y="3701802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22793" y="2993231"/>
            <a:ext cx="1551756" cy="6323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388849" y="3701802"/>
            <a:ext cx="6099051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388849" y="2993231"/>
            <a:ext cx="609152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current session and add the required new evidence.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722793" y="4534198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22793" y="3825627"/>
            <a:ext cx="1551756" cy="6323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child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388849" y="4534198"/>
            <a:ext cx="6099051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388849" y="3825627"/>
            <a:ext cx="609152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bounded assignment with directly required evidence.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722793" y="5366593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22793" y="4658023"/>
            <a:ext cx="1551756" cy="6323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child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388849" y="5366593"/>
            <a:ext cx="6099051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388849" y="4658023"/>
            <a:ext cx="609152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same assignment and add permitted related records, within a configured token limit.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22793" y="6198989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22793" y="5490418"/>
            <a:ext cx="1551756" cy="6323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388849" y="6198989"/>
            <a:ext cx="6099051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388849" y="5490418"/>
            <a:ext cx="6091523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 existing result that matches the operation and required source versions.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600"/>
            <a:ext cx="1835658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504"/>
              </a:lnSpc>
              <a:buNone/>
            </a:pPr>
            <a:r>
              <a:rPr lang="en-US" sz="3900" kern="0" spc="-39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candidate plans –v1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800100" y="1388715"/>
            <a:ext cx="157162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candidate addresses the same pending operation.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11093053" y="2399258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093053" y="1984028"/>
            <a:ext cx="1551756" cy="3580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b="1" kern="0" spc="66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2759110" y="2399258"/>
            <a:ext cx="47287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759110" y="1984028"/>
            <a:ext cx="468015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b="1" kern="0" spc="66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COST TRADE-OFF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1093053" y="3528789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093053" y="2523083"/>
            <a:ext cx="1551756" cy="9295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759110" y="3528789"/>
            <a:ext cx="47287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759110" y="2523083"/>
            <a:ext cx="4680154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child setup and communication, but keeps processing the current agent's context.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1093053" y="4361185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093053" y="3652614"/>
            <a:ext cx="1551756" cy="6323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child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759110" y="4361185"/>
            <a:ext cx="47287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2759110" y="3652614"/>
            <a:ext cx="4680154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 smaller context, but adds a child call and result integration.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1093053" y="5490716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093053" y="4485010"/>
            <a:ext cx="1551756" cy="9295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child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2759110" y="5490716"/>
            <a:ext cx="47287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2759110" y="4485010"/>
            <a:ext cx="4680154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more evidence upfront, potentially reducing later information requests.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1093053" y="6620247"/>
            <a:ext cx="166605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093053" y="5614541"/>
            <a:ext cx="1551756" cy="92950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759110" y="6620247"/>
            <a:ext cx="47287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2759110" y="5614541"/>
            <a:ext cx="4680154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repeating completed work, but still requires lookup, applicability checks and processing the retrieved result.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99739" y="7798231"/>
            <a:ext cx="8313420" cy="1154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input size from existing context and selected evidence.</a:t>
            </a:r>
            <a:endParaRPr lang="en-US" sz="1800" dirty="0"/>
          </a:p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output size and call count using measured operation profiles.</a:t>
            </a:r>
            <a:endParaRPr lang="en-US" sz="1800" dirty="0"/>
          </a:p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child execution and result integration.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44000" y="7724924"/>
            <a:ext cx="8313420" cy="1154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expected repeated inputs and follow-up work.</a:t>
            </a:r>
            <a:endParaRPr lang="en-US" sz="1800" dirty="0"/>
          </a:p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estimated cost, latency and uncertainty.</a:t>
            </a:r>
            <a:endParaRPr lang="en-US" sz="1800" dirty="0"/>
          </a:p>
          <a:p>
            <a:pPr marL="0" indent="0" algn="l">
              <a:lnSpc>
                <a:spcPct val="117818"/>
              </a:lnSpc>
              <a:buNone/>
            </a:pPr>
            <a:r>
              <a:rPr lang="en-US" sz="18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predictions with actual measurements after execution.</a:t>
            </a:r>
            <a:endParaRPr lang="en-US" sz="1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8695ADE-CF6C-850E-70ED-42A59EE5A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55" y="2488769"/>
            <a:ext cx="10047157" cy="44665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365290" y="4426595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47750" y="1440135"/>
            <a:ext cx="17811750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00504"/>
              </a:lnSpc>
            </a:pPr>
            <a:r>
              <a:rPr lang="en-US" sz="4800" kern="0" spc="-39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agent database ( To be shared after running v1 prototype)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403277"/>
            <a:ext cx="1619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7750" y="3955852"/>
            <a:ext cx="7991475" cy="2679799"/>
          </a:xfrm>
          <a:prstGeom prst="roundRect">
            <a:avLst>
              <a:gd name="adj" fmla="val 1422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04925" y="4174927"/>
            <a:ext cx="822483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b="1" kern="0" spc="39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Agent network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304925" y="4673054"/>
            <a:ext cx="673745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47800" y="4730204"/>
            <a:ext cx="46419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73920" y="4673054"/>
            <a:ext cx="739080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6795" y="4730204"/>
            <a:ext cx="52953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08250" y="4673054"/>
            <a:ext cx="1069404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51125" y="4730204"/>
            <a:ext cx="859854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72905" y="4673054"/>
            <a:ext cx="758726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15780" y="4730204"/>
            <a:ext cx="54917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26881" y="4673054"/>
            <a:ext cx="2285330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69756" y="4730204"/>
            <a:ext cx="207578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parent/child links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04925" y="5160690"/>
            <a:ext cx="1802978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47800" y="5217840"/>
            <a:ext cx="159342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status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03153" y="5160690"/>
            <a:ext cx="1447056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46028" y="5217840"/>
            <a:ext cx="123750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scope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45459" y="5160690"/>
            <a:ext cx="1932384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88334" y="5217840"/>
            <a:ext cx="1722834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contract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04925" y="5648325"/>
            <a:ext cx="2178397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47800" y="5705475"/>
            <a:ext cx="196884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results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578572" y="5648325"/>
            <a:ext cx="2135163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21447" y="5705475"/>
            <a:ext cx="192561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conditions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48775" y="3955852"/>
            <a:ext cx="7991475" cy="2679799"/>
          </a:xfrm>
          <a:prstGeom prst="roundRect">
            <a:avLst>
              <a:gd name="adj" fmla="val 1422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05950" y="4174927"/>
            <a:ext cx="822483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b="1" kern="0" spc="39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Context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505950" y="4673054"/>
            <a:ext cx="2241426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648825" y="4730204"/>
            <a:ext cx="203187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manifests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842626" y="4673054"/>
            <a:ext cx="3510186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985501" y="4730204"/>
            <a:ext cx="332974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blocks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505950" y="5160690"/>
            <a:ext cx="3383087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48825" y="5217840"/>
            <a:ext cx="319882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versions per worker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984287" y="5160690"/>
            <a:ext cx="3862908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3127162" y="5217840"/>
            <a:ext cx="369304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files (content-addressed)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6540224" y="9799811"/>
            <a:ext cx="3052316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551738" y="5635302"/>
            <a:ext cx="2767013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624605" y="5686424"/>
            <a:ext cx="256427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relationships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47750" y="6845201"/>
            <a:ext cx="7991475" cy="2679799"/>
          </a:xfrm>
          <a:prstGeom prst="roundRect">
            <a:avLst>
              <a:gd name="adj" fmla="val 1422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04925" y="7064276"/>
            <a:ext cx="822483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b="1" kern="0" spc="39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Cost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304925" y="7562404"/>
            <a:ext cx="2311152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447800" y="7619554"/>
            <a:ext cx="2101602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per worker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3711327" y="7562404"/>
            <a:ext cx="3618533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54202" y="7619554"/>
            <a:ext cx="344133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window per worker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304925" y="8050039"/>
            <a:ext cx="6930479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447800" y="8107189"/>
            <a:ext cx="6852644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uncached input / cache read / cache write / output tokens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304925" y="8537674"/>
            <a:ext cx="2839715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447800" y="8594824"/>
            <a:ext cx="263915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prefix-hit length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4239890" y="8537674"/>
            <a:ext cx="2761506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382765" y="8594824"/>
            <a:ext cx="255860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residency + TTL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04925" y="9025310"/>
            <a:ext cx="2340694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447800" y="9082460"/>
            <a:ext cx="2131144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dollar cost per call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3740869" y="9025310"/>
            <a:ext cx="2346871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883744" y="9082460"/>
            <a:ext cx="213732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dollar cost per run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6182990" y="9025310"/>
            <a:ext cx="1972866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25865" y="9082460"/>
            <a:ext cx="1763316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 call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304925" y="9512945"/>
            <a:ext cx="4165550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447800" y="9570095"/>
            <a:ext cx="4004767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and solutions that worked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9248775" y="6845201"/>
            <a:ext cx="7991475" cy="2679799"/>
          </a:xfrm>
          <a:prstGeom prst="roundRect">
            <a:avLst>
              <a:gd name="adj" fmla="val 1422"/>
            </a:avLst>
          </a:prstGeom>
          <a:ln w="9525">
            <a:solidFill>
              <a:srgbClr val="1F1F1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505950" y="7064276"/>
            <a:ext cx="822483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333"/>
              </a:lnSpc>
              <a:buNone/>
            </a:pPr>
            <a:r>
              <a:rPr lang="en-US" sz="1950" b="1" kern="0" spc="39" dirty="0">
                <a:solidFill>
                  <a:srgbClr val="7D54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Self-logging 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9505950" y="7562404"/>
            <a:ext cx="3310830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648825" y="7619554"/>
            <a:ext cx="3124405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plans considered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2912030" y="7562404"/>
            <a:ext cx="3357265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3054905" y="7619554"/>
            <a:ext cx="317223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estimate per candidate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9505950" y="8050039"/>
            <a:ext cx="2743498" cy="411435"/>
          </a:xfrm>
          <a:prstGeom prst="roundRect">
            <a:avLst>
              <a:gd name="adj" fmla="val 6945"/>
            </a:avLst>
          </a:prstGeom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648825" y="8107189"/>
            <a:ext cx="2540053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lnSpc>
                <a:spcPct val="113455"/>
              </a:lnSpc>
              <a:buNone/>
            </a:pPr>
            <a:r>
              <a:rPr lang="en-US" sz="1800" kern="0" spc="36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plan + reason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485</Words>
  <Application>Microsoft Macintosh PowerPoint</Application>
  <PresentationFormat>Custom</PresentationFormat>
  <Paragraphs>73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Sathishkumar, Kavin</cp:lastModifiedBy>
  <cp:revision>2</cp:revision>
  <dcterms:created xsi:type="dcterms:W3CDTF">2026-09-15T16:45:05Z</dcterms:created>
  <dcterms:modified xsi:type="dcterms:W3CDTF">2026-09-15T17:20:37Z</dcterms:modified>
</cp:coreProperties>
</file>